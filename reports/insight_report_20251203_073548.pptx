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Automated Insight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2025-12-03 07:35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Accuracy: 0.661</a:t>
            </a:r>
          </a:p>
          <a:p>
            <a:pPr/>
            <a:r>
              <a:t>Precision: 0.782</a:t>
            </a:r>
          </a:p>
          <a:p>
            <a:pPr/>
            <a:r>
              <a:t>Recall: 0.466</a:t>
            </a:r>
          </a:p>
          <a:p>
            <a:pPr/>
            <a:r>
              <a:t>Roc_Auc: 0.740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Narrative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Overall approval conversion rate is 51.1% with model precision 78.2%</a:t>
            </a:r>
          </a:p>
          <a:p>
            <a:pPr/>
            <a:r>
              <a:t>and recall 46.6%. 30-34 audiences respond best, followed by M users.</a:t>
            </a:r>
          </a:p>
          <a:p>
            <a:pPr/>
            <a:r>
              <a:t>Campaign 1178 is outperforming at 62.1%, while campaign 936 trails at</a:t>
            </a:r>
          </a:p>
          <a:p>
            <a:pPr/>
            <a:r>
              <a:t>37.1%. Reinvest into the winning creative mix and pressure-test</a:t>
            </a:r>
          </a:p>
          <a:p>
            <a:pPr/>
            <a:r>
              <a:t>underperforming campaigns with fresh copy and tighter targeting.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Conversion by Age</a:t>
            </a:r>
          </a:p>
        </p:txBody>
      </p:sp>
      <p:pic>
        <p:nvPicPr>
          <p:cNvPr id="3" name="Picture 2" descr="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Conversion by Gender</a:t>
            </a:r>
          </a:p>
        </p:txBody>
      </p:sp>
      <p:pic>
        <p:nvPicPr>
          <p:cNvPr id="3" name="Picture 2" descr="g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Campaigns</a:t>
            </a:r>
          </a:p>
        </p:txBody>
      </p:sp>
      <p:pic>
        <p:nvPicPr>
          <p:cNvPr id="3" name="Picture 2" descr="campa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Cohort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Overall Rate</a:t>
            </a:r>
          </a:p>
          <a:p>
            <a:pPr/>
            <a:r>
              <a:t>By Age</a:t>
            </a:r>
          </a:p>
          <a:p>
            <a:pPr lvl="1"/>
            <a:r>
              <a:t>30-34: 53.1%</a:t>
            </a:r>
          </a:p>
          <a:p>
            <a:pPr lvl="1"/>
            <a:r>
              <a:t>35-39: 52.0%</a:t>
            </a:r>
          </a:p>
          <a:p>
            <a:pPr lvl="1"/>
            <a:r>
              <a:t>40-44: 51.0%</a:t>
            </a:r>
          </a:p>
          <a:p>
            <a:pPr lvl="1"/>
            <a:r>
              <a:t>45-49: 47.1%</a:t>
            </a:r>
          </a:p>
          <a:p>
            <a:pPr/>
            <a:r>
              <a:t>By Gender</a:t>
            </a:r>
          </a:p>
          <a:p>
            <a:pPr lvl="1"/>
            <a:r>
              <a:t>M: 53.0%</a:t>
            </a:r>
          </a:p>
          <a:p>
            <a:pPr lvl="1"/>
            <a:r>
              <a:t>F: 49.0%</a:t>
            </a:r>
          </a:p>
          <a:p>
            <a:pPr/>
            <a:r>
              <a:t>Top Campaigns</a:t>
            </a:r>
          </a:p>
          <a:p>
            <a:pPr lvl="1"/>
            <a:r>
              <a:t>1178: 62.1%</a:t>
            </a:r>
          </a:p>
          <a:p>
            <a:pPr lvl="1"/>
            <a:r>
              <a:t>916: 44.4%</a:t>
            </a:r>
          </a:p>
          <a:p>
            <a:pPr lvl="1"/>
            <a:r>
              <a:t>936: 37.1%</a:t>
            </a:r>
          </a:p>
          <a:p>
            <a:pPr/>
            <a:r>
              <a:t>Efficient Campaigns</a:t>
            </a:r>
          </a:p>
          <a:p>
            <a:pPr lvl="1"/>
            <a:r>
              <a:t>916: 16.0%</a:t>
            </a:r>
          </a:p>
          <a:p>
            <a:pPr lvl="1"/>
            <a:r>
              <a:t>936: 5.9%</a:t>
            </a:r>
          </a:p>
          <a:p>
            <a:pPr lvl="1"/>
            <a:r>
              <a:t>1178: 0.7%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